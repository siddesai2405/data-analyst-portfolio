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D820-738B-982A-A164-762C6A5A5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F3E76-7861-D694-6291-6ABF799B9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87146-A872-7804-602C-9EB4A4F8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73A6C-D5BE-F305-D8A3-F3A35EB8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A73A9-0565-066B-3F95-8D6527B4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72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7724-ECEA-83A4-BCC7-36FDE8CD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5F690-27EC-92E5-FD8D-EA43BFA9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4FF69-B20B-152F-BD67-96DD3A9C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09F9-414C-15C2-3C0D-A650D69B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B8552-11F3-6AF0-A93E-C517274A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0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426D-2136-013B-DF4E-F8F77D79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062BC-F11E-5199-B607-9B11B1D28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CFFB0-EBE9-0D76-0B54-77B61C71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F8704-D0BB-AD98-5B48-EBB543AE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D304-3228-5E5A-B80E-CDDAB57A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12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D444-749F-5F81-4B0C-C60A9C5F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8873-7D67-4994-E766-C8F6433DD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9D0FB-F45A-DFC6-3D4E-DD447D0D1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73639-215A-459A-C949-F6F021B8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94EF9-F47A-FAF1-5BA2-26C3663E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9F7E3-6F78-8A65-185E-D69A442A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68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CBF7-F8AF-DDC9-8272-B3D3AEF8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50780-D389-F616-0481-2E71A05A8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B62C5-CE64-CA7A-7404-3E98F38A7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EC5F9-D81B-1E0D-571A-DE34DA00E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BBAD0-2924-68CB-B707-BDDC7C89C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EF9CB-CA13-C7DE-4D6B-6B8991A7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E11E0-C526-5D86-DD4B-CF2169A9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E2241F-6C6F-4CD2-19AF-EFB107AF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17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CA7A-58BE-3AE9-2729-4574DD8B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CAAB0-F86F-23F5-167B-037A5BAC9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11778-45E8-A0B1-2962-58E46BCC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FCB9F-6856-14F5-1F47-068F7A99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456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0BA0E-782C-B7AE-13E2-4BBAC713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257575-BF2E-43FD-1B84-76E6BBED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64753-ED2E-F0A5-618B-A5862709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4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2170-FACD-DCFC-987D-FEF6E8D0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C06AC-3F16-A7D2-F4C5-9A1B022E7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7B6CD-1281-AD65-00C2-58AD16EB8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78B2C-BAB1-493D-E4F5-9031DFDF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8C321-704A-E128-3A23-A91C2ACD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60622-B3AC-7234-87CE-58A263CE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20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BB87-7A07-90E9-80C0-8E9F51F7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7036B-A3C3-641E-B60B-698B3A4D9A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7E96B-F95E-7504-24DA-15CB63D9E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A3D6F-1A13-EDF3-5AC9-423FA3E5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E42AD-38FE-7E62-9724-6A8D3C69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FB1D1-9A8A-9F10-6539-43B9004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6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39CC-D462-7237-2200-4896ACDF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35DBA-5C06-DA8B-A2C9-E8BEAC690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73531-FA81-7FE2-5BB1-A042879C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F476B-6CA4-ECAC-2265-0E82CCC8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191C6-08CA-3FAA-777D-85AE23AE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96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34D322-BBC2-5A0B-F46A-171932EA7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95233-04D2-58EF-3A37-D25C7B0EE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DCB18-9BB1-D1DC-C896-045B9EFB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11AF1-0AE3-8477-878A-5D1B8DCF8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99033-C3DA-71E9-9862-07649AB5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2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0535B-F9D3-BB98-B13E-E6445CB0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C3E51-2C32-48DA-0473-EBDC6CC51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5685-9831-4784-8DF9-FC46B1783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C0537-5D29-492B-9276-2874F52833B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5DCF9-F1D2-764F-B247-A69A45ECA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47B4-1BDB-3715-E5F8-60A23E360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FAC41-F208-45D5-A118-2C8C7978A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86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D219-495C-AFC4-56BA-B1AECD74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Excel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A0FA-9737-1B5B-74F1-2F507E5D7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 Table :</a:t>
            </a:r>
          </a:p>
          <a:p>
            <a:r>
              <a:rPr lang="en-IN" dirty="0" err="1"/>
              <a:t>Dimentions</a:t>
            </a:r>
            <a:r>
              <a:rPr lang="en-IN" dirty="0"/>
              <a:t> Tables :</a:t>
            </a:r>
          </a:p>
          <a:p>
            <a:r>
              <a:rPr lang="en-IN" dirty="0"/>
              <a:t>Primary Key :</a:t>
            </a:r>
          </a:p>
          <a:p>
            <a:r>
              <a:rPr lang="en-IN" dirty="0" err="1"/>
              <a:t>Foregian</a:t>
            </a:r>
            <a:r>
              <a:rPr lang="en-IN" dirty="0"/>
              <a:t> Key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8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EE3A-F3BB-5362-2593-AA4C84DE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DF59D-900E-46B3-701E-324A3D2AA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Date 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28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Excel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Siddhesh Desai</dc:creator>
  <cp:lastModifiedBy>Siddhesh Desai</cp:lastModifiedBy>
  <cp:revision>1</cp:revision>
  <dcterms:created xsi:type="dcterms:W3CDTF">2026-10-22T11:29:09Z</dcterms:created>
  <dcterms:modified xsi:type="dcterms:W3CDTF">2026-10-22T15:39:45Z</dcterms:modified>
</cp:coreProperties>
</file>